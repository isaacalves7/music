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04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ítulo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22" name="Subtítulo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20" name="Espaço Reservado para Rodapé 19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E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Retângulo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E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  <p:sp>
        <p:nvSpPr>
          <p:cNvPr id="6" name="Retângulo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  <p:sp>
        <p:nvSpPr>
          <p:cNvPr id="8" name="Retângulo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>
            <a:extLst/>
          </a:lstStyle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  <p:sp>
        <p:nvSpPr>
          <p:cNvPr id="9" name="Fluxograma: Processo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0" name="Fluxograma: Processo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pt-BR" smtClean="0"/>
              <a:t>Clique para editar 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zza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E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1" name="Rosca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tângulo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5" name="Espaço Reservado para Título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>
            <a:extLst/>
          </a:lstStyle>
          <a:p>
            <a:r>
              <a:rPr kumimoji="0" lang="pt-BR" smtClean="0"/>
              <a:t>Clique para editar o título mestre</a:t>
            </a:r>
            <a:endParaRPr kumimoji="0" lang="en-US"/>
          </a:p>
        </p:txBody>
      </p:sp>
      <p:sp>
        <p:nvSpPr>
          <p:cNvPr id="9" name="Espaço Reservado para Texto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>
            <a:extLst/>
          </a:lstStyle>
          <a:p>
            <a:pPr lvl="0" eaLnBrk="1" latinLnBrk="0" hangingPunct="1"/>
            <a:r>
              <a:rPr kumimoji="0" lang="pt-BR" smtClean="0"/>
              <a:t>Clique para editar 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24" name="Espaço Reservado para Data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DD32E710-E602-416C-9F30-CEEEF46EA681}" type="datetimeFigureOut">
              <a:rPr lang="pt-BR" smtClean="0"/>
              <a:t>27/09/2022</a:t>
            </a:fld>
            <a:endParaRPr lang="pt-BR"/>
          </a:p>
        </p:txBody>
      </p:sp>
      <p:sp>
        <p:nvSpPr>
          <p:cNvPr id="10" name="Espaço Reservado para Rodapé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pt-BR"/>
          </a:p>
        </p:txBody>
      </p:sp>
      <p:sp>
        <p:nvSpPr>
          <p:cNvPr id="22" name="Espaço Reservado para Número de Slide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7AF8F9F0-1698-4BA7-AE70-6E912D84D026}" type="slidenum">
              <a:rPr lang="pt-BR" smtClean="0"/>
              <a:t>‹nº›</a:t>
            </a:fld>
            <a:endParaRPr lang="pt-BR"/>
          </a:p>
        </p:txBody>
      </p:sp>
      <p:sp>
        <p:nvSpPr>
          <p:cNvPr id="15" name="Retângulo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pt-BR" b="1" dirty="0" smtClean="0"/>
              <a:t>251 AO CULTO NÃO FALTAR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405673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188640"/>
            <a:ext cx="8568952" cy="64087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sz="4800" b="1" dirty="0" smtClean="0"/>
          </a:p>
          <a:p>
            <a:pPr marL="0" indent="0">
              <a:buNone/>
            </a:pPr>
            <a:r>
              <a:rPr lang="pt-BR" sz="4800" b="1" dirty="0" smtClean="0"/>
              <a:t>AO OUTRO CULTO; NÃO FALTAR,</a:t>
            </a:r>
          </a:p>
          <a:p>
            <a:pPr marL="0" indent="0">
              <a:buNone/>
            </a:pPr>
            <a:r>
              <a:rPr lang="pt-BR" sz="4800" b="1" dirty="0" smtClean="0"/>
              <a:t>Ó VINDE TODOS P´RA LOUVOR,</a:t>
            </a:r>
          </a:p>
          <a:p>
            <a:pPr marL="0" indent="0">
              <a:buNone/>
            </a:pPr>
            <a:r>
              <a:rPr lang="pt-BR" sz="4800" b="1" dirty="0" smtClean="0"/>
              <a:t>O NOME SANTO DO SENHOR,</a:t>
            </a:r>
          </a:p>
          <a:p>
            <a:pPr marL="0" indent="0">
              <a:buNone/>
            </a:pPr>
            <a:r>
              <a:rPr lang="pt-BR" sz="4800" b="1" dirty="0" smtClean="0"/>
              <a:t>QUE NOS DÁ VIDA E FERVOR.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3982755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251520" y="260648"/>
            <a:ext cx="8640960" cy="633670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pt-BR" sz="4800" b="1" dirty="0" smtClean="0"/>
          </a:p>
          <a:p>
            <a:pPr marL="0" indent="0">
              <a:buNone/>
            </a:pPr>
            <a:r>
              <a:rPr lang="pt-BR" sz="4800" b="1" dirty="0" smtClean="0"/>
              <a:t>NOS SEPARAMOS EM AMOR,</a:t>
            </a:r>
          </a:p>
          <a:p>
            <a:pPr marL="0" indent="0">
              <a:buNone/>
            </a:pPr>
            <a:r>
              <a:rPr lang="pt-BR" sz="4800" b="1" dirty="0" smtClean="0"/>
              <a:t>LEVANDO A PAZ DO SALVADOR,</a:t>
            </a:r>
          </a:p>
          <a:p>
            <a:pPr marL="0" indent="0">
              <a:buNone/>
            </a:pPr>
            <a:r>
              <a:rPr lang="pt-BR" sz="4800" b="1" dirty="0" smtClean="0"/>
              <a:t>MAS BREVE VINDE, NÃO FALTEIS,</a:t>
            </a:r>
          </a:p>
          <a:p>
            <a:pPr marL="0" indent="0">
              <a:buNone/>
            </a:pPr>
            <a:r>
              <a:rPr lang="pt-BR" sz="4800" b="1" dirty="0" smtClean="0"/>
              <a:t>OS PECADORES SIM, TRAZEI.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0018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23528" y="332656"/>
            <a:ext cx="8363272" cy="619268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pt-BR" sz="4800" b="1" dirty="0" smtClean="0"/>
          </a:p>
          <a:p>
            <a:pPr marL="0" indent="0">
              <a:buNone/>
            </a:pPr>
            <a:r>
              <a:rPr lang="pt-BR" sz="4800" b="1" dirty="0" smtClean="0"/>
              <a:t>SE NÃO PUDERMOS REUNIR,</a:t>
            </a:r>
          </a:p>
          <a:p>
            <a:pPr marL="0" indent="0">
              <a:buNone/>
            </a:pPr>
            <a:r>
              <a:rPr lang="pt-BR" sz="4800" b="1" dirty="0" smtClean="0"/>
              <a:t>VEREMOS SANTOS NO POVIR,</a:t>
            </a:r>
          </a:p>
          <a:p>
            <a:pPr marL="0" indent="0">
              <a:buNone/>
            </a:pPr>
            <a:r>
              <a:rPr lang="pt-BR" sz="4800" b="1" dirty="0" smtClean="0"/>
              <a:t>NO CULTO DO SENHOR JESUS,</a:t>
            </a:r>
          </a:p>
          <a:p>
            <a:pPr marL="0" indent="0">
              <a:buNone/>
            </a:pPr>
            <a:r>
              <a:rPr lang="pt-BR" sz="4800" b="1" dirty="0" smtClean="0"/>
              <a:t>QUE VAI HAVER NO CÉU DE LUZ.</a:t>
            </a:r>
            <a:endParaRPr lang="pt-BR" sz="4800" b="1" dirty="0"/>
          </a:p>
        </p:txBody>
      </p:sp>
    </p:spTree>
    <p:extLst>
      <p:ext uri="{BB962C8B-B14F-4D97-AF65-F5344CB8AC3E}">
        <p14:creationId xmlns:p14="http://schemas.microsoft.com/office/powerpoint/2010/main" val="252632245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olstício">
  <a:themeElements>
    <a:clrScheme name="Solstício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Solstício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olstício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10</TotalTime>
  <Words>79</Words>
  <Application>Microsoft Office PowerPoint</Application>
  <PresentationFormat>Apresentação na tela (4:3)</PresentationFormat>
  <Paragraphs>16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5" baseType="lpstr">
      <vt:lpstr>Solstício</vt:lpstr>
      <vt:lpstr>251 AO CULTO NÃO FALTAR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251 AO CULTO NÃO FALTAR</dc:title>
  <dc:creator>ASSEMBLA N JERUSALEM</dc:creator>
  <cp:lastModifiedBy>ASSEMBLA N JERUSALEM</cp:lastModifiedBy>
  <cp:revision>2</cp:revision>
  <dcterms:created xsi:type="dcterms:W3CDTF">2022-09-27T19:34:45Z</dcterms:created>
  <dcterms:modified xsi:type="dcterms:W3CDTF">2022-09-27T19:45:29Z</dcterms:modified>
</cp:coreProperties>
</file>